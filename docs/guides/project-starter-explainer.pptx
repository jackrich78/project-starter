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0" y="1535162"/>
            <a:ext cx="609600" cy="38100"/>
          </a:xfrm>
          <a:prstGeom prst="rect">
            <a:avLst/>
          </a:prstGeom>
          <a:solidFill>
            <a:srgbClr val="2E6F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08104" y="1878062"/>
            <a:ext cx="392764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44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404140" y="2719388"/>
            <a:ext cx="63357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600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harness for AI-assisted development using Claude Code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36947" y="3465463"/>
            <a:ext cx="38699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Stack-agnostic · MIT License · github.com/jackrich78/project-starter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sessions are fast but chaotic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14800" cy="6792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11126"/>
            <a:ext cx="0" cy="6792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012627"/>
            <a:ext cx="38376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lost between sessions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1025" y="1203127"/>
            <a:ext cx="38376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forgets everything. Every session re-explains the project from scratch.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48200" y="911126"/>
            <a:ext cx="4114800" cy="6792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2013" y="911126"/>
            <a:ext cx="0" cy="6792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8225" y="1012627"/>
            <a:ext cx="38376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live only in chat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8225" y="1203127"/>
            <a:ext cx="38376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choices disappear when the chat history is gone. Nothing persists.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000" y="1691878"/>
            <a:ext cx="4114800" cy="6792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1691878"/>
            <a:ext cx="0" cy="6792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025" y="1793379"/>
            <a:ext cx="38376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 starts from scratch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1025" y="1983879"/>
            <a:ext cx="38376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don't build on each other. Nothing compounds. Progress resets each time.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48200" y="1691878"/>
            <a:ext cx="4114800" cy="6792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2013" y="1691878"/>
            <a:ext cx="0" cy="6792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8225" y="1793379"/>
            <a:ext cx="38376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bias each other's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8225" y="1983879"/>
            <a:ext cx="38376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implementer reading the PRD over-engineers. Seeing only tests keeps it honest.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1000" y="2498080"/>
            <a:ext cx="8382000" cy="45720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6159" y="265048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</a:t>
            </a:r>
            <a:pPr algn="ctr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session is as chaotic as the first. The AI gets no smarter about your project.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template, not a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45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1130201"/>
            <a:ext cx="4064050" cy="91365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Commands, agent definitions, and hooks that live inside Claude Code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Stack-agnostic — works with any language or framework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base that grows with every feature you ship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00" y="2196257"/>
            <a:ext cx="4145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ISN'T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2415332"/>
            <a:ext cx="4064050" cy="4822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npm package, framework, or standalone CLI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install — you clone it and it runs inside Claude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950" y="911126"/>
            <a:ext cx="4145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98950" y="1130201"/>
            <a:ext cx="4064050" cy="175096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/explore</a:t>
            </a:r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interview-driven feature spec, never blank page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/build</a:t>
            </a:r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TDD with 3 context-isolated agents plus QA gate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continuity — </a:t>
            </a:r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/handover</a:t>
            </a:r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/prime</a:t>
            </a:r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under 1,500 tokens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agents with defined responsibilities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skills that accumulate via </a:t>
            </a:r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/retro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guardrails: 15 SAST rules, 30 blocked patterns, CI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1: THE WORKFLOW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commands form a repeatable loop</a:t>
            </a:r>
            <a:endParaRPr lang="en-US" sz="2600" dirty="0"/>
          </a:p>
        </p:txBody>
      </p:sp>
      <p:pic>
        <p:nvPicPr>
          <p:cNvPr id="4" name="Image 0" descr="/Users/builder/dev/ai-workflow-starter/docs/system/diagrams/feature-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50" y="911126"/>
            <a:ext cx="7492901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213027"/>
            <a:ext cx="777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/explore → /blueprint → /build → /qa → /commit. Each command produces an artifact the next one reads. The loop writes to your knowledge base — it's not fire-and-forget.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1: THE WORKFLOW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command writes durable artifacts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3301901" cy="1898749"/>
          </a:xfrm>
          <a:prstGeom prst="roundRect">
            <a:avLst>
              <a:gd name="adj" fmla="val 2675"/>
            </a:avLst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11126"/>
            <a:ext cx="0" cy="1898749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1038076"/>
            <a:ext cx="2956852" cy="164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docs/features/FEAT-001_health-check/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prd.md ← /explore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plan.md ← /blueprint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handover.md ← /handover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qa-report.md ← /qa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test/ ← /build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src/ ← /build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 commit ← /commit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6802" y="911126"/>
            <a:ext cx="4826198" cy="628650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60614" y="911126"/>
            <a:ext cx="0" cy="628650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36827" y="987326"/>
            <a:ext cx="4563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36827" y="1177826"/>
            <a:ext cx="4563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statement, success criteria, scope. Claude reads this to start every subsequent command.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6802" y="1628626"/>
            <a:ext cx="4826198" cy="628650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60614" y="1628626"/>
            <a:ext cx="0" cy="628650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6827" y="1704826"/>
            <a:ext cx="4563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36827" y="1895326"/>
            <a:ext cx="4563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steps, architecture decisions, test stubs. The implementation contract.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6802" y="2346127"/>
            <a:ext cx="4826198" cy="628650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60614" y="2346127"/>
            <a:ext cx="0" cy="628650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6827" y="2422327"/>
            <a:ext cx="4563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handover.md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36827" y="2612827"/>
            <a:ext cx="4563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done, decisions made, what's next. Token-budgeted under 1,500 tokens.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6802" y="3063627"/>
            <a:ext cx="4826198" cy="628650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960614" y="3063627"/>
            <a:ext cx="0" cy="628650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6827" y="3139827"/>
            <a:ext cx="4563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qa-report.md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36827" y="3330327"/>
            <a:ext cx="4563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results plus OWASP checklist. APPROVED / NEEDS_FIXES / BLOCKED verdict gates the commit.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2: CONTEXT ISOLATION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prevents agents from biasing each other</a:t>
            </a:r>
            <a:endParaRPr lang="en-US" sz="2600" dirty="0"/>
          </a:p>
        </p:txBody>
      </p:sp>
      <p:pic>
        <p:nvPicPr>
          <p:cNvPr id="4" name="Image 0" descr="/Users/builder/dev/ai-workflow-starter/docs/system/diagrams/context-iso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11126"/>
            <a:ext cx="3632150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44901" y="911126"/>
            <a:ext cx="4318099" cy="65395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468713" y="911126"/>
            <a:ext cx="0" cy="65395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44926" y="999976"/>
            <a:ext cx="4044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writer sees: PRD only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44926" y="1190476"/>
            <a:ext cx="40449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tests against stated behavior. If the plan is wrong, the tests still test the right thing.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44901" y="1641277"/>
            <a:ext cx="4318099" cy="65395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68713" y="1641277"/>
            <a:ext cx="0" cy="65395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4926" y="1730127"/>
            <a:ext cx="4044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Implementer sees: Failing tests only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44926" y="1920627"/>
            <a:ext cx="40449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minimum code to make tests pass. Can't over-engineer what it can't see.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44901" y="2371427"/>
            <a:ext cx="4318099" cy="65395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468713" y="2371427"/>
            <a:ext cx="0" cy="65395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4926" y="2460278"/>
            <a:ext cx="4044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Refactorer sees: Tests + code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44926" y="2650778"/>
            <a:ext cx="40449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structure without changing behavior. Green tests are the constraint.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44901" y="3101578"/>
            <a:ext cx="4318099" cy="539651"/>
          </a:xfrm>
          <a:prstGeom prst="roundRect">
            <a:avLst>
              <a:gd name="adj" fmla="val 941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622602" y="3228529"/>
            <a:ext cx="40419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flow between phases — but context doesn't. The absence of connections IS the architecture.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3: THE KNOWLEDGE BASE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 builds on the last</a:t>
            </a:r>
            <a:endParaRPr lang="en-US" sz="2600" dirty="0"/>
          </a:p>
        </p:txBody>
      </p:sp>
      <p:pic>
        <p:nvPicPr>
          <p:cNvPr id="4" name="Image 0" descr="/Users/builder/dev/ai-workflow-starter/docs/system/diagrams/project-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11126"/>
            <a:ext cx="3048000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36802" y="911126"/>
            <a:ext cx="4826198" cy="6792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960614" y="911126"/>
            <a:ext cx="0" cy="6792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36827" y="1012627"/>
            <a:ext cx="4563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docs (docs/features/)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36827" y="1203127"/>
            <a:ext cx="4563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PRD, plan, handover, and QA report per feature. Nothing is thrown away. Feature 12 benefits from everything written in features 1–11.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36802" y="1691878"/>
            <a:ext cx="4826198" cy="6792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960614" y="1691878"/>
            <a:ext cx="0" cy="6792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36827" y="1793379"/>
            <a:ext cx="4563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(.claude/skills/)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36827" y="1983879"/>
            <a:ext cx="4563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patterns extracted by /retro after each feature. A debugging approach from FEAT-003 is available in FEAT-012.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936802" y="2472630"/>
            <a:ext cx="4826198" cy="822127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960614" y="2472630"/>
            <a:ext cx="0" cy="822127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36827" y="2574131"/>
            <a:ext cx="4563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continuity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36827" y="2764631"/>
            <a:ext cx="45632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/handover writes a token-budgeted summary before you stop. /prime loads it at session start. Each merge prunes stale context — handovers get sharper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4: AGENTS AS SPECIALISTS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specialists — each with one job</a:t>
            </a:r>
            <a:endParaRPr lang="en-US" sz="2600" dirty="0"/>
          </a:p>
        </p:txBody>
      </p:sp>
      <p:pic>
        <p:nvPicPr>
          <p:cNvPr id="4" name="Image 0" descr="/Users/builder/dev/ai-workflow-starter/docs/system/diagrams/agents-taxon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11126"/>
            <a:ext cx="3733800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22602" y="911126"/>
            <a:ext cx="4140398" cy="58727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646414" y="911126"/>
            <a:ext cx="0" cy="587276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22627" y="987326"/>
            <a:ext cx="38637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Build (3 agents)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22627" y="1155502"/>
            <a:ext cx="38637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RED-GREEN-REFACTOR cycle. Each in an isolated 200k-token context.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22602" y="1574602"/>
            <a:ext cx="4140398" cy="58727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46414" y="1574602"/>
            <a:ext cx="0" cy="587276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2627" y="1650802"/>
            <a:ext cx="38637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(1 agent)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22627" y="1818977"/>
            <a:ext cx="38637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qa-reviewer: SAST plus OWASP review with fresh context every time. No bias from the build session.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22602" y="2238077"/>
            <a:ext cx="4140398" cy="58727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646414" y="2238077"/>
            <a:ext cx="0" cy="587276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2627" y="2314277"/>
            <a:ext cx="38637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(4 agents)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22627" y="2482453"/>
            <a:ext cx="38637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researcher, challenger, first-principles-thinker, product-engineering-lead. Research and critique before code is written.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22602" y="2901553"/>
            <a:ext cx="4140398" cy="58727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46414" y="2901553"/>
            <a:ext cx="0" cy="587276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2627" y="2977753"/>
            <a:ext cx="38637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(4 agents)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22627" y="3145929"/>
            <a:ext cx="38637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specialist-creator, prompt-specialist, librarian, n8n-specialist. Extend the harness, maintain docs, build integrations.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5: WHAT IT LOOKS LIKE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session, from idea to commit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commands, three artifacts, one green CI run: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1165027"/>
            <a:ext cx="8382000" cy="785217"/>
          </a:xfrm>
          <a:prstGeom prst="roundRect">
            <a:avLst>
              <a:gd name="adj" fmla="val 6470"/>
            </a:avLst>
          </a:prstGeom>
          <a:solidFill>
            <a:srgbClr val="1519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1291977"/>
            <a:ext cx="8187130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/explore add a health check endpoint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asks 3 clarifying questions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creates docs/features/FEAT-001_health-check/prd.md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039094"/>
            <a:ext cx="8382000" cy="1139428"/>
          </a:xfrm>
          <a:prstGeom prst="roundRect">
            <a:avLst>
              <a:gd name="adj" fmla="val 4458"/>
            </a:avLst>
          </a:prstGeom>
          <a:solidFill>
            <a:srgbClr val="1519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166045"/>
            <a:ext cx="8187130" cy="885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/build FEAT-001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RED: tdd-test-writer writes failing tests (sees PRD only)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GREEN: tdd-implementer writes minimal code (sees tests only)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REFACTOR: tdd-refactorer cleans up (sees tests + implementation)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QA: 15 SAST rules + OWASP → APPROVED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3267373"/>
            <a:ext cx="8382000" cy="608112"/>
          </a:xfrm>
          <a:prstGeom prst="roundRect">
            <a:avLst>
              <a:gd name="adj" fmla="val 8354"/>
            </a:avLst>
          </a:prstGeom>
          <a:solidFill>
            <a:srgbClr val="1519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8701" y="3394323"/>
            <a:ext cx="818713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/commit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QA gate passes → conventional commit → CI passes in 12s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COMMANDS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and Build commands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120676"/>
            <a:ext cx="8382000" cy="558403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1120676"/>
            <a:ext cx="0" cy="558403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1025" y="1184077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/explore [topic]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1025" y="1342727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you about the problem, researches the space, produces a structured PRD with success criteria.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1025" y="1501378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you have an idea but don't know what "done" looks like.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1000" y="1742480"/>
            <a:ext cx="8382000" cy="558403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4813" y="1742480"/>
            <a:ext cx="0" cy="558403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025" y="1805880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/blueprint FEAT-XXX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1025" y="1964531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actual codebase, validates assumptions, drafts implementation steps, runs Challenger review.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1025" y="2123182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PRD is approved and before writing code.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1000" y="2427833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2637383"/>
            <a:ext cx="8382000" cy="558403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4813" y="2637383"/>
            <a:ext cx="0" cy="558403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025" y="2700784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 FEAT-XXX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1025" y="2859435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with 3 isolated subagents plus QA reviewer. Produces tested, reviewed code.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1025" y="3018086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blueprint plan is approved.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1000" y="3259187"/>
            <a:ext cx="8382000" cy="558403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4813" y="3259187"/>
            <a:ext cx="0" cy="558403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1025" y="3322588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/debug [issue]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1025" y="3481239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6-phase investigation: classify, root cause, fix, regression test, verify, document.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1025" y="3639889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something is broken and needs systematic investigation.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COMMANDS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Session commands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32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120676"/>
            <a:ext cx="4051250" cy="590550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1120676"/>
            <a:ext cx="0" cy="590550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1025" y="1196876"/>
            <a:ext cx="37728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/qa [target]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1025" y="1368326"/>
            <a:ext cx="37728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review: Semgrep SAST (15 rules) then LLM OWASP pass. Verdict: APPROVED / NEEDS_FIXES / BLOCKED.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1787426"/>
            <a:ext cx="4051250" cy="590550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4813" y="1787426"/>
            <a:ext cx="0" cy="590550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025" y="1863626"/>
            <a:ext cx="37728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/commit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1025" y="2035076"/>
            <a:ext cx="37728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QA gate, stages files, conventional commit format, pushes, verifies CI passes.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2530376"/>
            <a:ext cx="4132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739926"/>
            <a:ext cx="4051250" cy="42535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4813" y="2739926"/>
            <a:ext cx="0" cy="42535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025" y="2816126"/>
            <a:ext cx="37728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/update-docs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1025" y="2974777"/>
            <a:ext cx="37728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cross-references, flags broken links across the docs system.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1000" y="3228677"/>
            <a:ext cx="4051250" cy="42535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4813" y="3228677"/>
            <a:ext cx="0" cy="42535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025" y="3304877"/>
            <a:ext cx="37728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/create-specialist [lib]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1025" y="3463528"/>
            <a:ext cx="37728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 domain-expert agent for any library (Supabase, Stripe, etc.).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11601" y="911126"/>
            <a:ext cx="41324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11601" y="1120676"/>
            <a:ext cx="4051399" cy="3997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35413" y="1120676"/>
            <a:ext cx="0" cy="3997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6176" y="1184077"/>
            <a:ext cx="3824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/prime [mode] [FEAT]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86176" y="1342727"/>
            <a:ext cx="38248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context at session start. Mode shapes mindset: think, build, review.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11601" y="1583829"/>
            <a:ext cx="4051399" cy="5140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35413" y="1583829"/>
            <a:ext cx="0" cy="5140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6176" y="1647230"/>
            <a:ext cx="3824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/handover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6176" y="1805880"/>
            <a:ext cx="38248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Token-budgeted session summary (under 1,500 tokens). Auto-loaded by next /prime.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11601" y="2161282"/>
            <a:ext cx="4051399" cy="3997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35413" y="2161282"/>
            <a:ext cx="0" cy="3997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6176" y="2224683"/>
            <a:ext cx="3824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/retro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6176" y="2383334"/>
            <a:ext cx="38248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recurring patterns → reusable skills in .claude/skills/.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11601" y="2624435"/>
            <a:ext cx="4051399" cy="3997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35413" y="2624435"/>
            <a:ext cx="0" cy="3997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6176" y="2687836"/>
            <a:ext cx="3824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86176" y="2846487"/>
            <a:ext cx="38248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SQLite audit trail. Filters: recent, tools, sessions.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11601" y="3087588"/>
            <a:ext cx="4051399" cy="3997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735413" y="3087588"/>
            <a:ext cx="0" cy="3997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6176" y="3150989"/>
            <a:ext cx="3824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/spike [topic]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86176" y="3309640"/>
            <a:ext cx="38248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Time-boxed technical validation (2–8h) before committing to an approach.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11601" y="3550741"/>
            <a:ext cx="4051399" cy="3997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735413" y="3550741"/>
            <a:ext cx="0" cy="3997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6176" y="3614142"/>
            <a:ext cx="3824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86176" y="3772793"/>
            <a:ext cx="38248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project test suite and report results.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SKILLS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reusable decision guides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885676"/>
            <a:ext cx="85496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guides bundled with context, templates, and references. Commands import them automatically. </a:t>
            </a:r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/retro</a:t>
            </a:r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crystallizes new ones after each feature.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1272927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WORKFLOW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0050" y="1469678"/>
            <a:ext cx="0" cy="361801"/>
          </a:xfrm>
          <a:prstGeom prst="line">
            <a:avLst/>
          </a:prstGeom>
          <a:noFill/>
          <a:ln w="38100">
            <a:solidFill>
              <a:srgbClr val="2E6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50" y="1520428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6050" y="1666429"/>
            <a:ext cx="25519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6-phase bug investigation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00050" y="1882229"/>
            <a:ext cx="0" cy="361801"/>
          </a:xfrm>
          <a:prstGeom prst="line">
            <a:avLst/>
          </a:prstGeom>
          <a:noFill/>
          <a:ln w="38100">
            <a:solidFill>
              <a:srgbClr val="2E6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050" y="1932980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spike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6050" y="2078980"/>
            <a:ext cx="25519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Time-boxed technical validation (2–8h)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0050" y="2294781"/>
            <a:ext cx="0" cy="361801"/>
          </a:xfrm>
          <a:prstGeom prst="line">
            <a:avLst/>
          </a:prstGeom>
          <a:noFill/>
          <a:ln w="38100">
            <a:solidFill>
              <a:srgbClr val="2E6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050" y="2345531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tdd-red-green-refactor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6050" y="2491532"/>
            <a:ext cx="25519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orchestration with isolated subagents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0050" y="2707332"/>
            <a:ext cx="0" cy="361801"/>
          </a:xfrm>
          <a:prstGeom prst="line">
            <a:avLst/>
          </a:prstGeom>
          <a:noFill/>
          <a:ln w="38100">
            <a:solidFill>
              <a:srgbClr val="2E6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050" y="2758083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test-strategy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6050" y="2904083"/>
            <a:ext cx="25519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guide for test type and pyramid level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8851" y="1272927"/>
            <a:ext cx="5440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VISUAL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8851" y="1457027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linkedin-carousel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Branded PPTX carousel (4:5 portrait)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8851" y="1606153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linkedin-post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Post caption with brand voice and CTA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8851" y="1755279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linkedin-script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60–90s video script with timing cues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8851" y="1904405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Brand-themed diagrams from Mermaid syntax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8851" y="2053530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Lucide icons rendered to branded PNGs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28851" y="2202656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Document creation with tracked changes support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8851" y="2351782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md-to-doc</a:t>
            </a:r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Markdown to formatted .docx for Google Docs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28851" y="2551807"/>
            <a:ext cx="5440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8851" y="2735907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Create and edit PowerPoint presentations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28851" y="2885033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mcp-builder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Build MCP servers for external API integration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28851" y="3034159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PDF manipulation, extraction, and form filling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28851" y="3183285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excalidraw-diagram</a:t>
            </a:r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Visual diagrams as Excalidraw JSON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28851" y="3383310"/>
            <a:ext cx="5440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8851" y="3567410"/>
            <a:ext cx="544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</a:t>
            </a:r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Guide for creating or updating skills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6: GUARDRAILS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protection layers throughout the lifecycle</a:t>
            </a:r>
            <a:endParaRPr lang="en-US" sz="2600" dirty="0"/>
          </a:p>
        </p:txBody>
      </p:sp>
      <p:pic>
        <p:nvPicPr>
          <p:cNvPr id="4" name="Image 0" descr="/Users/builder/dev/ai-workflow-starter/docs/system/diagrams/guardrails-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50" y="885676"/>
            <a:ext cx="6045101" cy="2158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3146078"/>
            <a:ext cx="4127450" cy="409277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4813" y="3146078"/>
            <a:ext cx="0" cy="409277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5575" y="3209479"/>
            <a:ext cx="3902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hooks (5 hooks, 30 patterns)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55575" y="3377654"/>
            <a:ext cx="39024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destructive commands before execution. Log every tool call to SQLite.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35401" y="3146078"/>
            <a:ext cx="4127599" cy="409277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59213" y="3146078"/>
            <a:ext cx="0" cy="409277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9976" y="3209479"/>
            <a:ext cx="3902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gate (15 SAST rules, OWASP)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09976" y="3377654"/>
            <a:ext cx="39025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Clean-context reviewer after every /build. APPROVED verdict gates /commit.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81000" y="3631555"/>
            <a:ext cx="4127450" cy="523577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4813" y="3631555"/>
            <a:ext cx="0" cy="523577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5575" y="3694956"/>
            <a:ext cx="3902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 (under 15 seconds)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5575" y="3863132"/>
            <a:ext cx="39024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syntax, markdown lint, structure checks on every push. /commit waits for green.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35401" y="3631555"/>
            <a:ext cx="4127599" cy="523577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59213" y="3631555"/>
            <a:ext cx="0" cy="523577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9976" y="3694956"/>
            <a:ext cx="3902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09976" y="3863132"/>
            <a:ext cx="39025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audit trail. /logs to query. /debug for systematic root cause investigation.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COMPOUNDING ADVANTAGE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longer you use it, the better the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2675483" cy="3597473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11126"/>
            <a:ext cx="0" cy="3597473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1063526"/>
            <a:ext cx="2317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Docs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6326" y="1336477"/>
            <a:ext cx="2317906" cy="1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/explore, /blueprint, /build, and /commit writes to </a:t>
            </a:r>
            <a:pPr algn="l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docs/features/FEAT-XXX/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PRD, plan, handover, and QA report persist across sessions. Feature 12 benefits from everything written in features 1–11.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34184" y="911126"/>
            <a:ext cx="2675632" cy="3597473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57996" y="911126"/>
            <a:ext cx="0" cy="3597473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9510" y="1063526"/>
            <a:ext cx="2318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9510" y="1336477"/>
            <a:ext cx="2318058" cy="1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feature, /retro extracts patterns into </a:t>
            </a:r>
            <a:pPr algn="l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.claude/skills/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debugging approach from FEAT-003. A validation pattern from FEAT-007. Each skill is auto-imported when relevant commands run.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7517" y="911126"/>
            <a:ext cx="2675483" cy="3597473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11329" y="911126"/>
            <a:ext cx="0" cy="3597473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2843" y="1063526"/>
            <a:ext cx="2317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Continuity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12843" y="1336477"/>
            <a:ext cx="2317906" cy="114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/handover captures state in under 1,500 tokens — what was done, decisions made, what's next. /prime loads it at session start. Each merge prunes stale context. Handovers get sharper over time, not longer.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and running in 15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8382000" cy="5140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11126"/>
            <a:ext cx="0" cy="5140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961876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Clone the template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81025" y="1120527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https://github.com/jackrich78/project-starter.git my-project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1025" y="1260128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use "Use this template" on GitHub to create a copy under your account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1000" y="1475929"/>
            <a:ext cx="8382000" cy="5140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4813" y="1475929"/>
            <a:ext cx="0" cy="5140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025" y="1526679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Install test dependencies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1025" y="1685330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&amp;&amp; npm test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1025" y="1824930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scaffold tests should pass before you continue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1000" y="2040731"/>
            <a:ext cx="8382000" cy="5140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4813" y="2040731"/>
            <a:ext cx="0" cy="5140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025" y="2091482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Open in Claude Code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1025" y="2250132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1025" y="2389733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reads CLAUDE.md automatically and loads project context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1000" y="2605534"/>
            <a:ext cx="8382000" cy="5140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4813" y="2605534"/>
            <a:ext cx="0" cy="5140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1025" y="2656284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Configure your project in Claude Code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1025" y="2814935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"Help me update CLAUDE.md and PROJECT.md for my project. I'm building [your description]."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1025" y="2954536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loads at the start of every session — accurate context here shapes every response Claude will ever give you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1000" y="3170337"/>
            <a:ext cx="8382000" cy="514052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04813" y="3170337"/>
            <a:ext cx="0" cy="514052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1025" y="3221087"/>
            <a:ext cx="8190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Load context and start your first feature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1025" y="3379738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/prime think   then   /explore your first feature idea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1025" y="3519339"/>
            <a:ext cx="819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loads the project context; explore interviews you and creates the first PRD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1000" y="3760589"/>
            <a:ext cx="8382000" cy="295275"/>
          </a:xfrm>
          <a:prstGeom prst="roundRect">
            <a:avLst>
              <a:gd name="adj" fmla="val 1720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8701" y="3836789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test</a:t>
            </a:r>
            <a:pPr algn="l"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— all 10 scaffold tests should pass before you start.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CLAUDE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336352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 Claude in the moment — five intent modes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761702"/>
            <a:ext cx="2726234" cy="189413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780752"/>
            <a:ext cx="2726234" cy="0"/>
          </a:xfrm>
          <a:prstGeom prst="line">
            <a:avLst/>
          </a:prstGeom>
          <a:noFill/>
          <a:ln w="38100">
            <a:solidFill>
              <a:srgbClr val="2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2501" y="863203"/>
            <a:ext cx="25736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down &amp; reason deeply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82501" y="1643807"/>
            <a:ext cx="2573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complex decisions, architecture, or debugging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208734" y="761702"/>
            <a:ext cx="2726382" cy="189413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08734" y="780752"/>
            <a:ext cx="2726382" cy="0"/>
          </a:xfrm>
          <a:prstGeom prst="line">
            <a:avLst/>
          </a:prstGeom>
          <a:noFill/>
          <a:ln w="38100">
            <a:solidFill>
              <a:srgbClr val="2E6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235" y="863203"/>
            <a:ext cx="25738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— don't fill gaps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10235" y="1443930"/>
            <a:ext cx="25738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Claude seems confident without reading the file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036618" y="761702"/>
            <a:ext cx="2726382" cy="189413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36618" y="780752"/>
            <a:ext cx="2726382" cy="0"/>
          </a:xfrm>
          <a:prstGeom prst="line">
            <a:avLst/>
          </a:prstGeom>
          <a:noFill/>
          <a:ln w="38100">
            <a:solidFill>
              <a:srgbClr val="2E6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8118" y="863203"/>
            <a:ext cx="25738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moving 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38118" y="1443930"/>
            <a:ext cx="25738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implementation, to catch self-introduced errors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81000" y="2719239"/>
            <a:ext cx="4140250" cy="189413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81000" y="2738289"/>
            <a:ext cx="4140250" cy="0"/>
          </a:xfrm>
          <a:prstGeom prst="line">
            <a:avLst/>
          </a:prstGeom>
          <a:noFill/>
          <a:ln w="38100">
            <a:solidFill>
              <a:srgbClr val="2E6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501" y="2820739"/>
            <a:ext cx="4015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the approach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2501" y="3201591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Stress-testing a plan before committing to a direction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622750" y="2719239"/>
            <a:ext cx="4140250" cy="1894136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22750" y="2738289"/>
            <a:ext cx="4140250" cy="0"/>
          </a:xfrm>
          <a:prstGeom prst="line">
            <a:avLst/>
          </a:prstGeom>
          <a:noFill/>
          <a:ln w="38100">
            <a:solidFill>
              <a:srgbClr val="2E6F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4251" y="2820739"/>
            <a:ext cx="4015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scope &amp; output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24251" y="3201591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535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scope creep, verbosity, or silent reference changes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81000" y="4676775"/>
            <a:ext cx="8382000" cy="390525"/>
          </a:xfrm>
          <a:prstGeom prst="roundRect">
            <a:avLst>
              <a:gd name="adj" fmla="val 1300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8701" y="4752975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phrases are situational — you combine them. </a:t>
            </a:r>
            <a:pPr algn="l" indent="0" marL="0">
              <a:buNone/>
            </a:pPr>
            <a:r>
              <a:rPr lang="en-US" sz="75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ultra hard, do not assume, validate your work"</a:t>
            </a:r>
            <a:pPr algn="l" indent="0" marL="0">
              <a:buNone/>
            </a:pPr>
            <a:r>
              <a:rPr lang="en-US" sz="8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a risky refactor. </a:t>
            </a:r>
            <a:pPr algn="l" indent="0" marL="0">
              <a:buNone/>
            </a:pPr>
            <a:r>
              <a:rPr lang="en-US" sz="75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"Tell me succinctly"</a:t>
            </a:r>
            <a:pPr algn="l" indent="0" marL="0">
              <a:buNone/>
            </a:pPr>
            <a:r>
              <a:rPr lang="en-US" sz="8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a wall of explanation.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127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community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038600" cy="44440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11126"/>
            <a:ext cx="0" cy="44440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987326"/>
            <a:ext cx="3759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1025" y="1165027"/>
            <a:ext cx="3759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docs/system/getting-started.md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1000" y="1457027"/>
            <a:ext cx="4038600" cy="44440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1457027"/>
            <a:ext cx="0" cy="44440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1025" y="1533227"/>
            <a:ext cx="3759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1025" y="1710928"/>
            <a:ext cx="3759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docs/system/architecture.md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1000" y="2002929"/>
            <a:ext cx="4038600" cy="44440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2002929"/>
            <a:ext cx="0" cy="44440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025" y="2079129"/>
            <a:ext cx="3759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Reference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1025" y="2256830"/>
            <a:ext cx="3759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docs/system/commands-reference.md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24400" y="911126"/>
            <a:ext cx="4038600" cy="44440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48213" y="911126"/>
            <a:ext cx="0" cy="44440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4425" y="987326"/>
            <a:ext cx="3759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Reference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24425" y="1165027"/>
            <a:ext cx="3759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docs/system/skills-reference.md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24400" y="1457027"/>
            <a:ext cx="4038600" cy="44440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48213" y="1457027"/>
            <a:ext cx="0" cy="44440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4425" y="1533227"/>
            <a:ext cx="3759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24425" y="1710928"/>
            <a:ext cx="3759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docs/system/observability.md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24400" y="2002929"/>
            <a:ext cx="4038600" cy="444401"/>
          </a:xfrm>
          <a:prstGeom prst="rect">
            <a:avLst/>
          </a:prstGeom>
          <a:solidFill>
            <a:srgbClr val="EE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48213" y="2002929"/>
            <a:ext cx="0" cy="444401"/>
          </a:xfrm>
          <a:prstGeom prst="line">
            <a:avLst/>
          </a:prstGeom>
          <a:noFill/>
          <a:ln w="47625">
            <a:solidFill>
              <a:srgbClr val="2E6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4425" y="2079129"/>
            <a:ext cx="3759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Workflow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24425" y="2256830"/>
            <a:ext cx="3759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35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docs/system/cicd-workflow.md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1000" y="2625030"/>
            <a:ext cx="8382000" cy="720477"/>
          </a:xfrm>
          <a:prstGeom prst="roundRect">
            <a:avLst>
              <a:gd name="adj" fmla="val 705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8076" y="2802731"/>
            <a:ext cx="79278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github.com/jackrich78/project-starter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" y="3024932"/>
            <a:ext cx="79278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 · Issues welcome · PRs encouraged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Starter — Explainer Deck</dc:title>
  <dc:subject>PptxGenJS Presentation</dc:subject>
  <dc:creator>Project Starter</dc:creator>
  <cp:lastModifiedBy>Project Starter</cp:lastModifiedBy>
  <cp:revision>1</cp:revision>
  <dcterms:created xsi:type="dcterms:W3CDTF">2026-03-11T10:36:40Z</dcterms:created>
  <dcterms:modified xsi:type="dcterms:W3CDTF">2026-03-11T10:36:40Z</dcterms:modified>
</cp:coreProperties>
</file>